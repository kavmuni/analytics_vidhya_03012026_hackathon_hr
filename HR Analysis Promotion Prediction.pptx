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16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1869" y="1350645"/>
            <a:ext cx="338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93943" y="2188845"/>
            <a:ext cx="35559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Prediction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575952" y="2828925"/>
            <a:ext cx="3991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Classification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12144" y="3606165"/>
            <a:ext cx="251959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Project • XGBoost 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HR department faces a critical challenge: identifying eligible employees for promotion efficiently and objectively.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171700"/>
            <a:ext cx="792480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assessment is time-consuming and prone to bias. A data-driven solution is needed to standardize the promotion decision process based on historical patterns and employee performance metrics.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supervised machine learning classification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historical employee data (promotion outcomes)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promotion eligibility for future employees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classification: Promoted / Not Promoted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63240"/>
            <a:ext cx="792480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1648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6804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(Yes/No)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538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Bivariate outcome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Evaluated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(with and without undersampling)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(Gradient Boosting)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7089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XGBoost demonstrated superior F1 scores and was selected for hyperparameter tuning</a:t>
            </a:r>
          </a:p>
          <a:p>
            <a:pPr marL="0" indent="0">
              <a:lnSpc>
                <a:spcPts val="1890"/>
              </a:lnSpc>
              <a:buNone/>
            </a:pPr>
            <a:endParaRPr lang="en-US" sz="135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1890"/>
              </a:lnSpc>
            </a:pPr>
            <a:r>
              <a:rPr lang="en-US" sz="1350" u="sng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Note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: Screenshot of the process and outcome are available in a separate excel file (Column_description_and_screenshots.xlsx).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0"/>
          <a:ext cx="7924800" cy="197358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100, 200, 300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6, 7, 8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 (eta)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0.01, 0.1, 0.2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max_delta_step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0, 1, 2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Grid Search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2522" y="1325880"/>
            <a:ext cx="3078956" cy="182499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14926" y="3379470"/>
            <a:ext cx="2714030" cy="182499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Summary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322" y="1630680"/>
            <a:ext cx="25187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Combinations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337322" y="2103120"/>
            <a:ext cx="251874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337322" y="2659380"/>
            <a:ext cx="251874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3 × 3 ×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19726" y="3684270"/>
            <a:ext cx="2146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19726" y="4156711"/>
            <a:ext cx="214651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19726" y="4712970"/>
            <a:ext cx="214651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combinations × 5 folds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69773"/>
            <a:ext cx="7924800" cy="19202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Parameters (Grid Search Result)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52500" y="2297432"/>
            <a:ext cx="13995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(learning_rate):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66963" y="2297432"/>
            <a:ext cx="21617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2663191"/>
            <a:ext cx="121832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max_delta_step: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89322" y="2663191"/>
            <a:ext cx="8646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3028950"/>
            <a:ext cx="101939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94297" y="3028950"/>
            <a:ext cx="25940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3394709"/>
            <a:ext cx="87245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50231" y="3394709"/>
            <a:ext cx="8646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serialized using pickle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FastAPI for backend service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for interactive </a:t>
            </a: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Improvement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Expansion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additional classification algorithms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performance against XGBoost baseline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ensemble methods and voting classifiers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Improvement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Enhancement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special characters from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data preprocessing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feature engineering techniques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4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19411" y="2581275"/>
            <a:ext cx="29051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Analysis Promotion Prediction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53782" y="3152775"/>
            <a:ext cx="143643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340</Words>
  <Application>Microsoft Office PowerPoint</Application>
  <PresentationFormat>On-screen Show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37088</cp:lastModifiedBy>
  <cp:revision>4</cp:revision>
  <dcterms:created xsi:type="dcterms:W3CDTF">2026-01-04T12:01:03Z</dcterms:created>
  <dcterms:modified xsi:type="dcterms:W3CDTF">2026-01-04T12:07:42Z</dcterms:modified>
</cp:coreProperties>
</file>